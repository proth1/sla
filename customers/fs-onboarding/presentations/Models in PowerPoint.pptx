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95" d="100"/>
          <a:sy n="9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2D276-274D-203F-7902-ABA51A0BE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D9B35-0338-BC0A-721B-C34C2C0E7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45195-D42E-1B61-AB94-B9E16BE0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0A9AD-444D-BF22-C705-74DBCEEE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2D756-8973-E8FC-E579-4C6194CA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35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0300-849B-07B2-3B33-73B039E9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97855-75FB-64DB-1ABD-E42DDC1DE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9505B-26EE-78CC-ADDC-0117D639C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AA06-7E04-915D-CFC0-59CFAE78C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F3F84-B24A-1A3A-D7A7-62846F7D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9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BE236-60F9-1C50-B61D-E41E90C5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DE612-DFE3-CC70-4733-FDA0EB74C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D3E0F-F04C-AF25-C511-9EDC2C019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3F24-C9BD-683B-C8AF-9B6A7C8A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B60A2-26FC-DBB4-0165-976D3222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1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2738-31A9-91EC-BD94-3B84ABDE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C4524-0EDD-A5A0-760D-D264117C3E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0DE5C-0792-6336-5700-604DAEF44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8EA69-FA64-4F00-65E8-943465E5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457E6-7EA6-B21D-6C45-DCF39589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95929-6B3C-8FFF-A477-90145D18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92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1A01-F262-B221-272D-4D6DDEDD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471C8-FCAA-0F99-8C0E-A11C5CF67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3EC3A-B8A4-E1FF-4BF0-A762EE7F1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E6920-06C3-F855-E9EC-B597CF238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35A7E3-70F7-280A-BFE2-E30A83459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2153D-F284-565C-5B35-43E1599C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945FAC-F3FC-87F1-7042-C9363D3F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03DCB-F644-9444-0D9F-0421F7B4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2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DD2D-E89D-4D84-692F-26AF1A15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C42AA-0CC7-70E4-E69E-4D4CB1F4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151E2-5095-87F4-DEBB-AA283C6CC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7D23E4-9891-07B5-9A21-D24C17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2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6204EE-93FA-515C-A860-A41ADE5B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7B4EDD-7449-B732-EEE2-009FDCA1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83132-FACD-1984-4523-369FA23B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4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070D-92D2-9CA5-1D2D-74999946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8468F-EF8B-9D0C-88FC-42A5F687D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4FE07-D287-706C-E76A-26E2B59E2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BCADD-2AF3-7120-01E4-C2E39E68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60C71-9B4D-A07E-7966-5F51A6C1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B4BAE-E188-1AA6-661D-E2AA988D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7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3852-915F-6F7E-FFC2-80EED127F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CE3EE-A0FA-0604-0665-AAC3C041FD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036B-E560-346E-C6FC-0E17976B0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646C7-D38F-6671-D146-955CEE73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93FC6-D124-DCCE-7D4E-4552AB07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2D1B1-B6AC-F4A6-6F4F-7ECE4800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4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E6D2-2332-3B4E-D727-AC63DC47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A61D6-7639-323A-15D2-2871295C2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EAB3-8F94-3C74-C8D3-93512BE8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2950F-1488-E7DF-0D63-BA7DC726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DDC22-6C50-4A2E-8A4C-3BAD66A4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2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045B2-A1BB-5880-4DF6-DDB9B995B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D13DB-9281-E20C-186E-CB888C3B8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ABFF6-0D0F-ADB5-5E7F-CC59BB16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AB521-1E46-8E45-544D-102951C1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195D5-F6E6-296F-7473-58062D7D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91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73D61-E0A8-1406-3F06-B6402AF7F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7BF05-14AE-8CCA-C354-87E390B70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1473C-F27B-A832-3E0B-CDE2A1FC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340E9-CBAA-424F-9F8A-D570B77463D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41BA9-A40E-16E3-D1EB-BB6F8D428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E56DD-887C-3ED4-6C8A-684633722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D34ED-59BA-5C49-9706-95B119A5B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0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07C5E4-75E8-7074-D749-B5E69056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60" y="3240742"/>
            <a:ext cx="11039080" cy="2241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C16B22-8CB1-BE25-5897-2815CFF87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94" y="381293"/>
            <a:ext cx="10911811" cy="27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3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FFED-5695-E18D-05B6-1A44A60C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B08D3E-C544-2528-E09A-BF06E679C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976" y="500865"/>
            <a:ext cx="7772400" cy="14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4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C2C3E-77BC-E6BB-69EA-8273D27BF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F2D43-C4EB-F8E7-C6E9-F847D4335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054" y="0"/>
            <a:ext cx="6527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1DA19-C318-9815-AD19-C98629C7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956C06-77AA-3D0F-7E6A-30E70B30A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31" y="1438835"/>
            <a:ext cx="10007545" cy="28139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98AACF-BAC0-3C85-8E7B-503834B2C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231" y="1591235"/>
            <a:ext cx="10007545" cy="281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4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CB31-3A07-2175-E6C3-F5825124B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92792-0182-2039-7193-49F2EBEA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59860"/>
            <a:ext cx="12088906" cy="2406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EFD4CC-D02E-B5F4-514F-BBB77667D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712260"/>
            <a:ext cx="12088906" cy="240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35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E4B58-9A52-3539-8CB0-49E8AB18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EABEE6-1A18-1D42-C9EB-95BAD571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96" y="2380129"/>
            <a:ext cx="11595607" cy="209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4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Roth</dc:creator>
  <cp:lastModifiedBy>Paul Roth</cp:lastModifiedBy>
  <cp:revision>2</cp:revision>
  <dcterms:created xsi:type="dcterms:W3CDTF">2026-03-10T23:28:12Z</dcterms:created>
  <dcterms:modified xsi:type="dcterms:W3CDTF">2026-03-10T23:34:54Z</dcterms:modified>
</cp:coreProperties>
</file>